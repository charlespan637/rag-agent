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This presentation covers our Q4 2024 performance including revenue growth, market expansion, and upcoming product launches.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exceeded expectations by 12%. Product sales grew primarily due to enterprise contracts. Service revenue increased from professional services and support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International expansion is a key priority. EMEA shows strongest initial traction with 145 new customers. APAC partnerships expected to drive growth in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analytics platform is our biggest bet for 2025. Early beta feedback is extremely positive. Mobile app refresh addresses customer requests for improved UX. Security features target compliance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Aggressive hiring to support growth. Engineering focus on AI and security teams. Sales expansion in new markets. Customer Success critical for retention and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foundation for 2025. Team is energized and customers are enthusiastic. Main risks are competitive pressure and execution on AI platform. Board fully supportive of growth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Q4 2024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Performance and Strategic Initiatives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pPr lvl="1"/>
            <a:r>
              <a:t>Total Revenue: $52.3M (18% YoY growth)</a:t>
            </a:r>
          </a:p>
          <a:p>
            <a:pPr lvl="1"/>
            <a:r>
              <a:t>Product Sales: $38.5M</a:t>
            </a:r>
          </a:p>
          <a:p>
            <a:pPr lvl="1"/>
            <a:r>
              <a:t>Service Revenue: $13.8M</a:t>
            </a:r>
          </a:p>
          <a:p>
            <a:pPr lvl="1"/>
            <a:r>
              <a:t>Gross Margin: 68%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Expansion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Markets Entered:</a:t>
            </a:r>
          </a:p>
          <a:p>
            <a:pPr lvl="1"/>
            <a:r>
              <a:t>EMEA: Opened offices in London and Berlin</a:t>
            </a:r>
          </a:p>
          <a:p>
            <a:pPr lvl="1"/>
            <a:r>
              <a:t>APAC: Partnership with distributors in Singapore and Tokyo</a:t>
            </a:r>
          </a:p>
          <a:p>
            <a:pPr lvl="1"/>
            <a:r>
              <a:t>LATAM: Initial presence in São Paulo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Upcoming Launches:</a:t>
            </a:r>
          </a:p>
          <a:p>
            <a:pPr lvl="1"/>
            <a:r>
              <a:t>Q1: AI-powered analytics platform</a:t>
            </a:r>
          </a:p>
          <a:p>
            <a:pPr lvl="1"/>
            <a:r>
              <a:t>Q2: Mobile application refresh</a:t>
            </a:r>
          </a:p>
          <a:p>
            <a:pPr lvl="1"/>
            <a:r>
              <a:t>Q3: Enterprise integration suite</a:t>
            </a:r>
          </a:p>
          <a:p>
            <a:pPr lvl="1"/>
            <a:r>
              <a:t>Q4: Advanced security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Hiring Progress:</a:t>
            </a:r>
          </a:p>
          <a:p>
            <a:pPr lvl="1"/>
            <a:r>
              <a:t>Engineering: 45 new hires (now 180 total)</a:t>
            </a:r>
          </a:p>
          <a:p>
            <a:pPr lvl="1"/>
            <a:r>
              <a:t>Sales: 28 new hires (now 95 total)</a:t>
            </a:r>
          </a:p>
          <a:p>
            <a:pPr lvl="1"/>
            <a:r>
              <a:t>Customer Success: 15 new hires (now 52 total)</a:t>
            </a:r>
          </a:p>
          <a:p>
            <a:pPr lvl="1"/>
            <a:r>
              <a:t>Total Headcount: 412 employees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Priorities:</a:t>
            </a:r>
          </a:p>
          <a:p>
            <a:pPr lvl="1"/>
            <a:r>
              <a:t>Maintain 20%+ revenue growth</a:t>
            </a:r>
          </a:p>
          <a:p>
            <a:pPr lvl="1"/>
            <a:r>
              <a:t>Launch AI platform successfully</a:t>
            </a:r>
          </a:p>
          <a:p>
            <a:pPr lvl="1"/>
            <a:r>
              <a:t>Expand international presence</a:t>
            </a:r>
          </a:p>
          <a:p>
            <a:pPr lvl="1"/>
            <a:r>
              <a:t>Achieve profitability in H2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